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Slide 1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E3C72"/>
                </a:solidFill>
              </a:defRPr>
            </a:pPr>
            <a:r>
              <a:t>Mess Food Waste Forecasting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B5CF6"/>
                </a:solidFill>
              </a:defRPr>
            </a:pPr>
            <a:r>
              <a:t>Using MongoDB, PyMongo, and Comparative Machine Learning Regression</a:t>
            </a:r>
            <a:br/>
            <a:r>
              <a:t>(Random Forest Regressor vs Decision Tree Regressor)</a:t>
            </a:r>
            <a:br/>
            <a:r>
              <a:t>CSE494: Intelligent NoSQL Databases — CA2 Assessment | Lovely Professional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Individual Academic Project Submission for CA2 &amp; Technical Viva Examination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Technology Stack: MongoDB Server 8.x, PyMongo v4, scikit-learn, Streamlit, Pandas, Plotly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Dual Regression ML Benchmark: Random Forest (14.229 kg MAE) vs Decision Tree (14.645 kg MAE)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Full-Stack Operational Solution: Strict Schema Validation, Native Aggregations, &amp; Real-Time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Slide 2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E3C72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Operational &amp; Economic Uncertainty in Large-Scale Student Dining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The Challenge: University hostel catering serves 800+ diners per session with volatile daily attendance.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Economic Loss: Kitchen over-preparation generates tons of edible food waste (₹45–₹65/kg operational cost).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Shortage Risk: Under-preparation leads to student dissatisfaction and operational emergencies.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Technical Opportunity: Exploit NoSQL document flexibility to store complex meal sessions and comparative ML to forecast surplus food prior to cooking.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Slide 3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E3C72"/>
                </a:solidFill>
              </a:defRPr>
            </a:pPr>
            <a:r>
              <a:t>Project Objectives &amp; Technical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Core Deliverables for Intelligent NoSQL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1. Database Architecture: Implement 4 MongoDB collections with embedded structures and performance indexes.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2. Dynamic Aggregation: Design 6 analytical pipelines for meal types, daily trends, itemized unwinding, and financial loss.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3. Dual Regression ML Benchmark: Implement Random Forest and Decision Tree regressors on identical test sets.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4. High-Waste Risk Classification: Build an auxiliary classifier (&gt;35 kg threshold) to trigger proactive kitchen warnings.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5. Operational Dashboard: Deliver a multi-page interactive Streamlit dashboard for real-time forecasting and CRUD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Slide 4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E3C72"/>
                </a:solidFill>
              </a:defRPr>
            </a:pPr>
            <a:r>
              <a:t>System Architecture &amp;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Three-Tier Decoupled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Data Tier: MongoDB Community Server holding menus, meal_records, attendance_records, predictions.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Validation Layer: Native $jsonSchema rules enforcing non-negative weights, enum meal types, and required fields.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ML &amp; Analytics Tier: Scikit-learn Pipeline with ColumnTransformer, StandardScaler, and dual regression models.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Application Tier: Streamlit multi-page interface connecting via PyMongo driver over TCP with interactive Plotly charts.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Slide 5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E3C72"/>
                </a:solidFill>
              </a:defRPr>
            </a:pPr>
            <a:r>
              <a:t>MongoDB Schema Design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Document Modeling Principles &amp; Constraint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Embedded Documents: 1:Few relationship; food_items array embedded inside meal_records for atomic reads without multi-table joins.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Referenced Documents: attendance_records and predictions collections referenced by ID to maintain separation of concerns.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Server-Side $jsonSchema: Enforces required attributes, strict BSON types, and non-negative bounds at database engine level.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Unique &amp; Compound Indexes: idx_unique_meal_id and compound (meal_date, meal_type) prevent duplicate records and speed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Slide 6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E3C72"/>
                </a:solidFill>
              </a:defRPr>
            </a:pPr>
            <a:r>
              <a:t>PyMongo CRUD &amp; Aggregation Demonstrations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Analytical Intelligence Extracted Directly in MongoDB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Pipeline 1 (Meal Types): Lunch produces highest average leftover (58.25 kg / 13.6%), followed by Dinner (50.06 kg / 13.2%).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Pipeline 2 (Daily Trends): Groups by calendar date to track daily prepared vs leftover quantities and waste percentages.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Pipeline 3 (Item Unwind): Uses $unwind on food_items to identify high-waste menu staples (rice and curries).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Pipeline 4 (Attendance Bands): Reveals that low-attendance sessions (&lt;450 diners) suffer from highest relative over-preparation.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Pipeline 6 (Financial Loss): Projects monthly cost of avoidable waste (~₹1.9L - ₹2.24L INR/month @ ₹45/kg).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Slide 7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E3C72"/>
                </a:solidFill>
              </a:defRPr>
            </a:pPr>
            <a:r>
              <a:t>Machine Learning Workflow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Zero-Leakage Training Strategy on 1,500 Historical Meals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Feature Selection: Strictly uses pre-meal features (expected attendance, planned kg, meal type, day of week, weather, event flag, lag leftovers).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Leakage Prevention: Actual attendance, served kg, and post-meal waste are strictly excluded from prediction features.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Chronological Splitting: 80% older meals for training (1,199 records), 20% newest meals for testing (301 records).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Physical Output Clipping: Predictions constrained to &gt;= 0 kg to eliminate physically impossible negative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Slide 8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E3C72"/>
                </a:solidFill>
              </a:defRPr>
            </a:pPr>
            <a:r>
              <a:t>ML Algorithm 1: Random Forest Regressor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Ensemble Bagging Architecture for Surplus Food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Methodology: Ensembles 100 de-correlated decision trees using bootstrap aggregation (bagging) and random feature subsets.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Test Performance: MAE = 14.229 kg | RMSE = 19.514 kg | R² Score = 0.4959.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Baseline Gain: Outperforms historical meal-type baseline (15.412 kg MAE) by +7.68% error reduction.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Core Strength: Effectively smooths out discrete step-function splits, suppressing prediction variance on volatile test days.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Slide 9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E3C72"/>
                </a:solidFill>
              </a:defRPr>
            </a:pPr>
            <a:r>
              <a:t>ML Algorithm 2: Decision Tree Regressor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Single-Tree CART Architecture with Hyperparameter Regularization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Methodology: Standard Classification and Regression Tree (CART) using Mean Squared Error (MSE) criterion.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Regularization: Controlled depth (max_depth=6, min_samples_split=10, min_samples_leaf=8) to mitigate overfitting.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Test Performance: MAE = 14.645 kg | RMSE = 19.683 kg | R² Score = 0.4871.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Core Strength: Highest interpretability; provides transparent, deterministic if-then decision paths that mess supervisors can audit.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Slide 10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E3C72"/>
                </a:solidFill>
              </a:defRPr>
            </a:pPr>
            <a:r>
              <a:t>Empirical Algorithm Benchmark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Fair, Rigorous Comparison on Held-Out Chronological Test Set (301 Meals)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Random Forest Regressor: MAE = 14.229 kg | RMSE = 19.514 kg | R² = 0.4959 | Baseline Gain: +7.68%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Decision Tree Regressor: MAE = 14.645 kg | RMSE = 19.683 kg | R² = 0.4871 | Baseline Gain: +4.98%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Historical Baseline: MAE = 15.412 kg | RMSE = 20.835 kg | R² = 0.4254 | Baseline Gain: 0.00%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Selection Rationale: Random Forest is chosen as the primary production model due to lower error (0.416 kg MAE edge) and variance reduction; Decision Tree remains available as an interpretable secondary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Slide 11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E3C72"/>
                </a:solidFill>
              </a:defRPr>
            </a:pPr>
            <a:r>
              <a:t>Risk Classifier &amp; 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Operational Tools for Mess Supervisors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Independent Classifier: Predicts high-waste risk (&gt;35 kg) with 83.39% Accuracy, 77.56% Precision, 88.97% Recall, and 82.88% F1.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Dashboard Hub: Streamlit interface featuring Theme Toggle (Dark/Light), Analytics, Live Forecasting, and Model Evaluation.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Algorithm Selector: Allows users to seamlessly switch between Random Forest and Decision Tree regressors.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Operational CRUD: Form-based Create, Read (multi-filter), Update (attendance/prepared/actuals), and Safe Cascading Delete.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Slide 12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E3C72"/>
                </a:solidFill>
              </a:defRPr>
            </a:pPr>
            <a:r>
              <a:t>Conclusion, Verification &amp; Viva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Summary of Contributions &amp; Academic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Automated Verification: Test suite with 21 unit/integration tests passing at 100% (21/21 in tests/).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Academic Integrity: Genuine empirical metrics generated through systematic training and testing on identical splits.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Deliverables: Python codebase, MongoDB scripts, evaluation plots, interactive dashboard, PDF report, and presentation slides.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 Future Scope: Integration of IoT load-cell scales and automated redistribution alerts to local charitable food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